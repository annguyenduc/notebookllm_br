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ontserrat"/>
              </a:rPr>
              <a:t>GIẢI PHẪU PROMPT RTC</a:t>
            </a:r>
          </a:p>
          <a:p>
            <a:pPr algn="ctr"/>
            <a:r>
              <a:rPr sz="1800">
                <a:solidFill>
                  <a:srgbClr val="FFFFFF"/>
                </a:solidFill>
                <a:latin typeface="Arial"/>
              </a:rPr>
              <a:t>Cấu trúc 'Khối lắp ghép' cho hiệu quả tối đa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0152" cy="4754880"/>
          </a:xfrm>
          <a:prstGeom prst="round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445752" cy="822960"/>
          </a:xfrm>
          <a:prstGeom prst="roundRect">
            <a:avLst/>
          </a:prstGeom>
          <a:solidFill>
            <a:srgbClr val="3498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103120"/>
            <a:ext cx="640080" cy="6400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2400">
                <a:solidFill>
                  <a:srgbClr val="3498DB"/>
                </a:solidFill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ROLE (Vai trò): Bạn là ai?</a:t>
            </a:r>
          </a:p>
          <a:p>
            <a:r>
              <a:rPr sz="1400">
                <a:solidFill>
                  <a:srgbClr val="FFFFFF"/>
                </a:solidFill>
              </a:rPr>
              <a:t>VD: Bạn là một giáo viên Toán giàu kinh nghiệm.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017520"/>
            <a:ext cx="9445752" cy="822960"/>
          </a:xfrm>
          <a:prstGeom prst="roundRect">
            <a:avLst/>
          </a:prstGeom>
          <a:solidFill>
            <a:srgbClr val="2ECC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45920" y="3108960"/>
            <a:ext cx="640080" cy="6400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2400">
                <a:solidFill>
                  <a:srgbClr val="2ECC71"/>
                </a:solidFill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1089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TASK (Nhiệm vụ): Bạn phải làm gì?</a:t>
            </a:r>
          </a:p>
          <a:p>
            <a:r>
              <a:rPr sz="1400">
                <a:solidFill>
                  <a:srgbClr val="FFFFFF"/>
                </a:solidFill>
              </a:rPr>
              <a:t>VD: Hãy hướng dẫn mình các bước xét dấu tam thức x^2 - 5x + 6.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023360"/>
            <a:ext cx="9445752" cy="822960"/>
          </a:xfrm>
          <a:prstGeom prst="roundRect">
            <a:avLst/>
          </a:prstGeom>
          <a:solidFill>
            <a:srgbClr val="E67E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45920" y="4114800"/>
            <a:ext cx="640080" cy="64008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2400">
                <a:solidFill>
                  <a:srgbClr val="E67E22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114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FFFFFF"/>
                </a:solidFill>
              </a:rPr>
              <a:t>CONTEXT (Ngữ cảnh): Làm như thế nào?</a:t>
            </a:r>
          </a:p>
          <a:p>
            <a:r>
              <a:rPr sz="1400">
                <a:solidFill>
                  <a:srgbClr val="FFFFFF"/>
                </a:solidFill>
              </a:rPr>
              <a:t>VD: Nhấn mạnh các lỗi sai phổ biến để mình tránh bẫy kiến thức.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303520"/>
            <a:ext cx="9445752" cy="731520"/>
          </a:xfrm>
          <a:prstGeom prst="rect">
            <a:avLst/>
          </a:prstGeom>
          <a:solidFill>
            <a:srgbClr val="EBF5FB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333333"/>
                </a:solidFill>
              </a:rPr>
              <a:t>👉 Prompt: Đóng vai giáo viên Toán. Hãy hướng dẫn mình xét dấu x^2 - 5x + 6. Nhấn mạnh các lỗi sai phổ biến.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ontserrat"/>
              </a:rPr>
              <a:t>CUỘC CHIẾN ĐỘ DÀI VS CẤU TRÚC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E74C3C"/>
                </a:solidFill>
              </a:rPr>
              <a:t>❌ NON-RTC (Lười Biếng)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 sz="1400"/>
              <a:t>"Tôi đang cần giải bài toán này gấp lắm, hãy giúp tôi giải thật chi tiết bài x^2 - 5x + 6 &gt; 0... cảm ơn bạn rất nhiều."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74C3C"/>
                </a:solidFill>
              </a:rPr>
              <a:t>Hậu quả: AI làm hộ 100%, học sinh chỉ việc chép mà không hiểu bản chất. Mất gốc kiến thức.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Độ dài: ~45 chữ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5349240"/>
            <a:ext cx="3200400" cy="137160"/>
          </a:xfrm>
          <a:prstGeom prst="rect">
            <a:avLst/>
          </a:prstGeom>
          <a:solidFill>
            <a:srgbClr val="EEEE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5349240"/>
            <a:ext cx="3200400" cy="137160"/>
          </a:xfrm>
          <a:prstGeom prst="rect">
            <a:avLst/>
          </a:prstGeom>
          <a:solidFill>
            <a:srgbClr val="E74C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Hiệu quả: 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5806440"/>
            <a:ext cx="3200400" cy="137160"/>
          </a:xfrm>
          <a:prstGeom prst="rect">
            <a:avLst/>
          </a:prstGeom>
          <a:solidFill>
            <a:srgbClr val="EEEE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03120" y="5806440"/>
            <a:ext cx="320040" cy="137160"/>
          </a:xfrm>
          <a:prstGeom prst="rect">
            <a:avLst/>
          </a:prstGeom>
          <a:solidFill>
            <a:srgbClr val="E74C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2ECC71"/>
                </a:solidFill>
              </a:rPr>
              <a:t>✅ RTC CHUẨN (Gia Sư)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1F3F"/>
                </a:solidFill>
              </a:rPr>
              <a:t>"Đóng vai giáo viên Toán. Hãy hướng dẫn mình các bước xét dấu x^2 - 5x + 6. Nhấn mạnh các lỗi sai phổ biến..."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ECC71"/>
                </a:solidFill>
              </a:rPr>
              <a:t>Quyền năng: AI giảng giải, học sinh tự làm và nhớ lâu. Làm chủ kiến thức.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303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Độ dài: ~40 chữ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5349240"/>
            <a:ext cx="3200400" cy="137160"/>
          </a:xfrm>
          <a:prstGeom prst="rect">
            <a:avLst/>
          </a:prstGeom>
          <a:solidFill>
            <a:srgbClr val="EEEE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5349240"/>
            <a:ext cx="2880360" cy="137160"/>
          </a:xfrm>
          <a:prstGeom prst="rect">
            <a:avLst/>
          </a:prstGeom>
          <a:solidFill>
            <a:srgbClr val="2ECC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760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Hiệu quả: 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5806440"/>
            <a:ext cx="3200400" cy="137160"/>
          </a:xfrm>
          <a:prstGeom prst="rect">
            <a:avLst/>
          </a:prstGeom>
          <a:solidFill>
            <a:srgbClr val="EEEEE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5806440"/>
            <a:ext cx="3200400" cy="137160"/>
          </a:xfrm>
          <a:prstGeom prst="rect">
            <a:avLst/>
          </a:prstGeom>
          <a:solidFill>
            <a:srgbClr val="2ECC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