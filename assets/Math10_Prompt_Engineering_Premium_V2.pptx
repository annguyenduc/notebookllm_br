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ontserrat"/>
              </a:rPr>
              <a:t>GIẢI PHẪU PROMPT RTC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Arial"/>
              </a:rPr>
              <a:t>Cấu trúc 'Khối lắp ghép' cho hiệu quả tối đa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5120640"/>
          </a:xfrm>
          <a:prstGeom prst="roundRect">
            <a:avLst/>
          </a:prstGeom>
          <a:solidFill>
            <a:srgbClr val="FFFFFF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645919"/>
            <a:ext cx="320040" cy="182880"/>
          </a:xfrm>
          <a:prstGeom prst="ellipse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1645919"/>
            <a:ext cx="320040" cy="182880"/>
          </a:xfrm>
          <a:prstGeom prst="ellipse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737360"/>
            <a:ext cx="9994392" cy="914400"/>
          </a:xfrm>
          <a:prstGeom prst="roundRect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874519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800">
                <a:solidFill>
                  <a:srgbClr val="3498DB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8686800" cy="7315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b="1" sz="1800">
                <a:solidFill>
                  <a:srgbClr val="FFFFFF"/>
                </a:solidFill>
              </a:rPr>
              <a:t>ROLE (Vai trò): Bạn là ai?</a:t>
            </a:r>
          </a:p>
          <a:p>
            <a:r>
              <a:rPr sz="1400">
                <a:solidFill>
                  <a:srgbClr val="FFFFFF"/>
                </a:solidFill>
              </a:rPr>
              <a:t>Đóng vai giáo viên Toán.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2834640"/>
            <a:ext cx="320040" cy="182880"/>
          </a:xfrm>
          <a:prstGeom prst="ellipse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834640"/>
            <a:ext cx="320040" cy="182880"/>
          </a:xfrm>
          <a:prstGeom prst="ellipse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926080"/>
            <a:ext cx="9994392" cy="914400"/>
          </a:xfrm>
          <a:prstGeom prst="round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71600" y="3063240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800">
                <a:solidFill>
                  <a:srgbClr val="2ECC71"/>
                </a:solidFill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17520"/>
            <a:ext cx="8686800" cy="7315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b="1" sz="1800">
                <a:solidFill>
                  <a:srgbClr val="FFFFFF"/>
                </a:solidFill>
              </a:rPr>
              <a:t>TASK (Nhiệm vụ): Bạn phải làm gì?</a:t>
            </a:r>
          </a:p>
          <a:p>
            <a:r>
              <a:rPr sz="1400">
                <a:solidFill>
                  <a:srgbClr val="FFFFFF"/>
                </a:solidFill>
              </a:rPr>
              <a:t>Hãy giải thích cho mình các bước xét dấu tam thức bậc hai x^2 - 5x + 6.</a:t>
            </a:r>
          </a:p>
        </p:txBody>
      </p:sp>
      <p:sp>
        <p:nvSpPr>
          <p:cNvPr id="15" name="Oval 14"/>
          <p:cNvSpPr/>
          <p:nvPr/>
        </p:nvSpPr>
        <p:spPr>
          <a:xfrm>
            <a:off x="1645920" y="4023360"/>
            <a:ext cx="320040" cy="182880"/>
          </a:xfrm>
          <a:prstGeom prst="ellipse">
            <a:avLst/>
          </a:prstGeom>
          <a:solidFill>
            <a:srgbClr val="E67E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23360"/>
            <a:ext cx="320040" cy="182880"/>
          </a:xfrm>
          <a:prstGeom prst="ellipse">
            <a:avLst/>
          </a:prstGeom>
          <a:solidFill>
            <a:srgbClr val="E67E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114800"/>
            <a:ext cx="9994392" cy="914400"/>
          </a:xfrm>
          <a:prstGeom prst="roundRect">
            <a:avLst/>
          </a:prstGeom>
          <a:solidFill>
            <a:srgbClr val="E67E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1600" y="4251960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800">
                <a:solidFill>
                  <a:srgbClr val="E67E22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8686800" cy="7315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b="1" sz="1800">
                <a:solidFill>
                  <a:srgbClr val="FFFFFF"/>
                </a:solidFill>
              </a:rPr>
              <a:t>CONTEXT (Ngữ cảnh): Làm như thế nào?</a:t>
            </a:r>
          </a:p>
          <a:p>
            <a:r>
              <a:rPr sz="1400">
                <a:solidFill>
                  <a:srgbClr val="FFFFFF"/>
                </a:solidFill>
              </a:rPr>
              <a:t>Hãy liệt kê các lỗi sai phổ biến học sinh hay mắc ở phần này khi giải bất phương trình.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303520"/>
            <a:ext cx="9994392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i="1">
                <a:solidFill>
                  <a:srgbClr val="333333"/>
                </a:solidFill>
              </a:rPr>
              <a:t>👉 Prompt: Đóng vai giáo viên Toán. Hãy giải thích cho mình các bước xét dấu tam thức bậc hai x^2 - 5x + 6. Hãy liệt kê các lỗi sai phổ biến học sinh hay mắc ở phần này khi giải bất phương trình.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ontserrat"/>
              </a:rPr>
              <a:t>CUỘC CHIẾN ĐỘ DÀI VS CẤU TRÚC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77840" cy="5120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E74C3C"/>
                </a:solidFill>
              </a:rPr>
              <a:t>❌ NON-RTC (Thiếu cấu trúc)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1645920"/>
          </a:xfrm>
          <a:prstGeom prst="rect">
            <a:avLst/>
          </a:prstGeom>
          <a:solidFill>
            <a:srgbClr val="FDEDE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i="1" sz="1600">
                <a:solidFill>
                  <a:srgbClr val="E74C3C"/>
                </a:solidFill>
              </a:rPr>
              <a:t>"Giải x^2 - 5x + 6 &gt; 0?"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3333"/>
                </a:solidFill>
              </a:rPr>
              <a:t>Kết quả: AI giải hộ 100%. Học sinh dễ 'mất gốc' vì chỉ việc chép mà không hiểu bản chất.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Độ dài: Ngắn (4 từ)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166360"/>
            <a:ext cx="2743200" cy="18288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5166360"/>
            <a:ext cx="2743200" cy="182880"/>
          </a:xfrm>
          <a:prstGeom prst="rect">
            <a:avLst/>
          </a:prstGeom>
          <a:solidFill>
            <a:srgbClr val="E74C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Hiệu quả: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5715000"/>
            <a:ext cx="2743200" cy="18288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5715000"/>
            <a:ext cx="274320" cy="182880"/>
          </a:xfrm>
          <a:prstGeom prst="rect">
            <a:avLst/>
          </a:prstGeom>
          <a:solidFill>
            <a:srgbClr val="E74C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3912" y="1280160"/>
            <a:ext cx="5577840" cy="5120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2ECC71"/>
                </a:solidFill>
              </a:rPr>
              <a:t>✅ RTC CHUẨN (Hỗ trợ học tập)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2011680"/>
            <a:ext cx="5029200" cy="1645920"/>
          </a:xfrm>
          <a:prstGeom prst="rect">
            <a:avLst/>
          </a:prstGeom>
          <a:solidFill>
            <a:srgbClr val="E9F7E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b="1" sz="1300">
                <a:solidFill>
                  <a:srgbClr val="001F3F"/>
                </a:solidFill>
              </a:rPr>
              <a:t>"Đóng vai giáo viên Toán. Hãy giải thích cho mình các bước xét dấu tam thức bậc hai x^2 - 5x + 6. Hãy liệt kê các lỗi sai phổ biến học sinh hay mắc ở phần này khi giải bất phương trình."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0292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3333"/>
                </a:solidFill>
              </a:rPr>
              <a:t>Quyền năng: AI giảng giải, học sinh tự làm và nhớ lâu. Làm chủ kiến thức toán học.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Độ dài: Chuẩn (40 từ)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166360"/>
            <a:ext cx="2743200" cy="18288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5166360"/>
            <a:ext cx="2468880" cy="18288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669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Hiệu quả: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5715000"/>
            <a:ext cx="2743200" cy="18288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715000"/>
            <a:ext cx="2743200" cy="18288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